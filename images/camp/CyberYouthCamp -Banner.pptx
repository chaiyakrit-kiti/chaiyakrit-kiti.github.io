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7920038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48D"/>
    <a:srgbClr val="2135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754685" y="1351108"/>
            <a:ext cx="4170350" cy="5767148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003" y="616004"/>
            <a:ext cx="5330879" cy="3608018"/>
          </a:xfrm>
        </p:spPr>
        <p:txBody>
          <a:bodyPr anchor="b">
            <a:normAutofit/>
          </a:bodyPr>
          <a:lstStyle>
            <a:lvl1pPr algn="l">
              <a:defRPr sz="381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002" y="4439134"/>
            <a:ext cx="4291103" cy="2209788"/>
          </a:xfrm>
        </p:spPr>
        <p:txBody>
          <a:bodyPr anchor="t">
            <a:normAutofit/>
          </a:bodyPr>
          <a:lstStyle>
            <a:lvl1pPr marL="0" indent="0" algn="l">
              <a:buNone/>
              <a:defRPr sz="1732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91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8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83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79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7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71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67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505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03" y="616003"/>
            <a:ext cx="5677471" cy="435113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128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2288011"/>
            <a:ext cx="5545471" cy="2679124"/>
          </a:xfrm>
        </p:spPr>
        <p:txBody>
          <a:bodyPr anchor="b">
            <a:normAutofit/>
          </a:bodyPr>
          <a:lstStyle>
            <a:lvl1pPr algn="l">
              <a:defRPr sz="2772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5182247"/>
            <a:ext cx="5545470" cy="1769787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201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62002" y="616004"/>
            <a:ext cx="3421248" cy="435113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038286" y="616003"/>
            <a:ext cx="3419750" cy="4341354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722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04" y="616003"/>
            <a:ext cx="3219348" cy="704003"/>
          </a:xfrm>
        </p:spPr>
        <p:txBody>
          <a:bodyPr anchor="b">
            <a:noAutofit/>
          </a:bodyPr>
          <a:lstStyle>
            <a:lvl1pPr marL="0" indent="0">
              <a:buNone/>
              <a:defRPr sz="2079" b="0" cap="all">
                <a:solidFill>
                  <a:schemeClr val="tx1"/>
                </a:solidFill>
              </a:defRPr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002" y="1320007"/>
            <a:ext cx="3417350" cy="364712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5153" y="654504"/>
            <a:ext cx="3260217" cy="665503"/>
          </a:xfrm>
        </p:spPr>
        <p:txBody>
          <a:bodyPr anchor="b">
            <a:noAutofit/>
          </a:bodyPr>
          <a:lstStyle>
            <a:lvl1pPr marL="0" indent="0">
              <a:buNone/>
              <a:defRPr sz="2079" b="0" cap="all">
                <a:solidFill>
                  <a:schemeClr val="tx1"/>
                </a:solidFill>
              </a:defRPr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38286" y="1320006"/>
            <a:ext cx="3427084" cy="36373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875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70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37744-E691-692D-DC98-D2CB2A8FE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6" name="Picture 5" descr="A red white and blue sign&#10;&#10;AI-generated content may be incorrect.">
            <a:extLst>
              <a:ext uri="{FF2B5EF4-FFF2-40B4-BE49-F238E27FC236}">
                <a16:creationId xmlns:a16="http://schemas.microsoft.com/office/drawing/2014/main" id="{B435423D-514A-BF45-159B-17AB83D227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3356" y="616003"/>
            <a:ext cx="2772013" cy="1760008"/>
          </a:xfrm>
        </p:spPr>
        <p:txBody>
          <a:bodyPr anchor="b">
            <a:normAutofit/>
          </a:bodyPr>
          <a:lstStyle>
            <a:lvl1pPr algn="l">
              <a:defRPr sz="173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02" y="616003"/>
            <a:ext cx="3844609" cy="633603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3356" y="2552015"/>
            <a:ext cx="2772013" cy="2415123"/>
          </a:xfrm>
        </p:spPr>
        <p:txBody>
          <a:bodyPr anchor="t">
            <a:normAutofit/>
          </a:bodyPr>
          <a:lstStyle>
            <a:lvl1pPr marL="0" indent="0">
              <a:buNone/>
              <a:defRPr sz="1386"/>
            </a:lvl1pPr>
            <a:lvl2pPr marL="395981" indent="0">
              <a:buNone/>
              <a:defRPr sz="1039"/>
            </a:lvl2pPr>
            <a:lvl3pPr marL="791962" indent="0">
              <a:buNone/>
              <a:defRPr sz="866"/>
            </a:lvl3pPr>
            <a:lvl4pPr marL="1187943" indent="0">
              <a:buNone/>
              <a:defRPr sz="779"/>
            </a:lvl4pPr>
            <a:lvl5pPr marL="1583924" indent="0">
              <a:buNone/>
              <a:defRPr sz="779"/>
            </a:lvl5pPr>
            <a:lvl6pPr marL="1979905" indent="0">
              <a:buNone/>
              <a:defRPr sz="779"/>
            </a:lvl6pPr>
            <a:lvl7pPr marL="2375886" indent="0">
              <a:buNone/>
              <a:defRPr sz="779"/>
            </a:lvl7pPr>
            <a:lvl8pPr marL="2771866" indent="0">
              <a:buNone/>
              <a:defRPr sz="779"/>
            </a:lvl8pPr>
            <a:lvl9pPr marL="3167847" indent="0">
              <a:buNone/>
              <a:defRPr sz="7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363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019" y="1672008"/>
            <a:ext cx="3086301" cy="1320006"/>
          </a:xfrm>
        </p:spPr>
        <p:txBody>
          <a:bodyPr anchor="b">
            <a:normAutofit/>
          </a:bodyPr>
          <a:lstStyle>
            <a:lvl1pPr algn="l">
              <a:defRPr sz="207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60003" y="1056005"/>
            <a:ext cx="2841802" cy="5544027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86"/>
            </a:lvl1pPr>
            <a:lvl2pPr marL="395981" indent="0">
              <a:buNone/>
              <a:defRPr sz="1386"/>
            </a:lvl2pPr>
            <a:lvl3pPr marL="791962" indent="0">
              <a:buNone/>
              <a:defRPr sz="1386"/>
            </a:lvl3pPr>
            <a:lvl4pPr marL="1187943" indent="0">
              <a:buNone/>
              <a:defRPr sz="1386"/>
            </a:lvl4pPr>
            <a:lvl5pPr marL="1583924" indent="0">
              <a:buNone/>
              <a:defRPr sz="1386"/>
            </a:lvl5pPr>
            <a:lvl6pPr marL="1979905" indent="0">
              <a:buNone/>
              <a:defRPr sz="1386"/>
            </a:lvl6pPr>
            <a:lvl7pPr marL="2375886" indent="0">
              <a:buNone/>
              <a:defRPr sz="1386"/>
            </a:lvl7pPr>
            <a:lvl8pPr marL="2771866" indent="0">
              <a:buNone/>
              <a:defRPr sz="1386"/>
            </a:lvl8pPr>
            <a:lvl9pPr marL="3167847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4216" y="3168015"/>
            <a:ext cx="3087137" cy="2405345"/>
          </a:xfrm>
        </p:spPr>
        <p:txBody>
          <a:bodyPr anchor="t">
            <a:normAutofit/>
          </a:bodyPr>
          <a:lstStyle>
            <a:lvl1pPr marL="0" indent="0">
              <a:buNone/>
              <a:defRPr sz="1559"/>
            </a:lvl1pPr>
            <a:lvl2pPr marL="395981" indent="0">
              <a:buNone/>
              <a:defRPr sz="1039"/>
            </a:lvl2pPr>
            <a:lvl3pPr marL="791962" indent="0">
              <a:buNone/>
              <a:defRPr sz="866"/>
            </a:lvl3pPr>
            <a:lvl4pPr marL="1187943" indent="0">
              <a:buNone/>
              <a:defRPr sz="779"/>
            </a:lvl4pPr>
            <a:lvl5pPr marL="1583924" indent="0">
              <a:buNone/>
              <a:defRPr sz="779"/>
            </a:lvl5pPr>
            <a:lvl6pPr marL="1979905" indent="0">
              <a:buNone/>
              <a:defRPr sz="779"/>
            </a:lvl6pPr>
            <a:lvl7pPr marL="2375886" indent="0">
              <a:buNone/>
              <a:defRPr sz="779"/>
            </a:lvl7pPr>
            <a:lvl8pPr marL="2771866" indent="0">
              <a:buNone/>
              <a:defRPr sz="779"/>
            </a:lvl8pPr>
            <a:lvl9pPr marL="3167847" indent="0">
              <a:buNone/>
              <a:defRPr sz="7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2002" y="7128035"/>
            <a:ext cx="5033801" cy="421669"/>
          </a:xfrm>
        </p:spPr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374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62002" y="616003"/>
            <a:ext cx="6996034" cy="3608017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86"/>
            </a:lvl1pPr>
            <a:lvl2pPr marL="395981" indent="0">
              <a:buNone/>
              <a:defRPr sz="1386"/>
            </a:lvl2pPr>
            <a:lvl3pPr marL="791962" indent="0">
              <a:buNone/>
              <a:defRPr sz="1386"/>
            </a:lvl3pPr>
            <a:lvl4pPr marL="1187943" indent="0">
              <a:buNone/>
              <a:defRPr sz="1386"/>
            </a:lvl4pPr>
            <a:lvl5pPr marL="1583924" indent="0">
              <a:buNone/>
              <a:defRPr sz="1386"/>
            </a:lvl5pPr>
            <a:lvl6pPr marL="1979905" indent="0">
              <a:buNone/>
              <a:defRPr sz="1386"/>
            </a:lvl6pPr>
            <a:lvl7pPr marL="2375886" indent="0">
              <a:buNone/>
              <a:defRPr sz="1386"/>
            </a:lvl7pPr>
            <a:lvl8pPr marL="2771866" indent="0">
              <a:buNone/>
              <a:defRPr sz="1386"/>
            </a:lvl8pPr>
            <a:lvl9pPr marL="3167847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60005" y="4439133"/>
            <a:ext cx="6306696" cy="528003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386"/>
            </a:lvl1pPr>
            <a:lvl2pPr marL="395981" indent="0">
              <a:buFontTx/>
              <a:buNone/>
              <a:defRPr/>
            </a:lvl2pPr>
            <a:lvl3pPr marL="791962" indent="0">
              <a:buFontTx/>
              <a:buNone/>
              <a:defRPr/>
            </a:lvl3pPr>
            <a:lvl4pPr marL="1187943" indent="0">
              <a:buFontTx/>
              <a:buNone/>
              <a:defRPr/>
            </a:lvl4pPr>
            <a:lvl5pPr marL="15839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885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616003"/>
            <a:ext cx="6996034" cy="3344016"/>
          </a:xfrm>
        </p:spPr>
        <p:txBody>
          <a:bodyPr anchor="ctr">
            <a:normAutofit/>
          </a:bodyPr>
          <a:lstStyle>
            <a:lvl1pPr algn="l">
              <a:defRPr sz="2425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4752023"/>
            <a:ext cx="5529087" cy="2200011"/>
          </a:xfrm>
        </p:spPr>
        <p:txBody>
          <a:bodyPr anchor="ctr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1103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67" y="616003"/>
            <a:ext cx="5941576" cy="3344016"/>
          </a:xfrm>
        </p:spPr>
        <p:txBody>
          <a:bodyPr anchor="ctr">
            <a:normAutofit/>
          </a:bodyPr>
          <a:lstStyle>
            <a:lvl1pPr algn="l">
              <a:defRPr sz="2425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24005" y="3960019"/>
            <a:ext cx="5545470" cy="55733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95981" indent="0">
              <a:buFontTx/>
              <a:buNone/>
              <a:defRPr/>
            </a:lvl2pPr>
            <a:lvl3pPr marL="791962" indent="0">
              <a:buFontTx/>
              <a:buNone/>
              <a:defRPr/>
            </a:lvl3pPr>
            <a:lvl4pPr marL="1187943" indent="0">
              <a:buFontTx/>
              <a:buNone/>
              <a:defRPr/>
            </a:lvl4pPr>
            <a:lvl5pPr marL="15839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4967139"/>
            <a:ext cx="5528056" cy="1984895"/>
          </a:xfrm>
        </p:spPr>
        <p:txBody>
          <a:bodyPr anchor="ctr">
            <a:normAutofit/>
          </a:bodyPr>
          <a:lstStyle>
            <a:lvl1pPr marL="0" indent="0" algn="l">
              <a:buNone/>
              <a:defRPr sz="1732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198001" y="820672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/>
            <a:r>
              <a:rPr lang="en-US" sz="6929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6032" y="3197350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 algn="r"/>
            <a:r>
              <a:rPr lang="en-US" sz="6929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5526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3960019"/>
            <a:ext cx="5528056" cy="1960261"/>
          </a:xfrm>
        </p:spPr>
        <p:txBody>
          <a:bodyPr anchor="b">
            <a:normAutofit/>
          </a:bodyPr>
          <a:lstStyle>
            <a:lvl1pPr algn="l">
              <a:defRPr sz="2425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927880"/>
            <a:ext cx="5529087" cy="1024153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4468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67" y="616003"/>
            <a:ext cx="5941575" cy="3344016"/>
          </a:xfrm>
        </p:spPr>
        <p:txBody>
          <a:bodyPr anchor="ctr">
            <a:normAutofit/>
          </a:bodyPr>
          <a:lstStyle>
            <a:lvl1pPr algn="l">
              <a:defRPr sz="2425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2003" y="4488022"/>
            <a:ext cx="5528056" cy="12124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732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720027"/>
            <a:ext cx="5528055" cy="1232006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198001" y="820672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/>
            <a:r>
              <a:rPr lang="en-US" sz="6929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6032" y="3197350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 algn="r"/>
            <a:r>
              <a:rPr lang="en-US" sz="6929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7007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616003"/>
            <a:ext cx="6518318" cy="334401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25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2003" y="4536911"/>
            <a:ext cx="5528056" cy="96800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732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504918"/>
            <a:ext cx="5528055" cy="1447116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540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 algn="l">
              <a:defRPr sz="2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2003" y="616004"/>
            <a:ext cx="5677471" cy="435113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9905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87466" y="616003"/>
            <a:ext cx="1770570" cy="5104024"/>
          </a:xfrm>
        </p:spPr>
        <p:txBody>
          <a:bodyPr vert="eaVert">
            <a:normAutofit/>
          </a:bodyPr>
          <a:lstStyle>
            <a:lvl1pPr>
              <a:defRPr sz="2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2002" y="616003"/>
            <a:ext cx="5066964" cy="633603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459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777778" y="4497800"/>
            <a:ext cx="2139775" cy="3070237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616004"/>
            <a:ext cx="5677471" cy="4351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5677" y="7128038"/>
            <a:ext cx="1039776" cy="42166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6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002" y="7128035"/>
            <a:ext cx="5033801" cy="42166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6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3788" y="6442368"/>
            <a:ext cx="742206" cy="7736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2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1930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395981" rtl="0" eaLnBrk="1" latinLnBrk="0" hangingPunct="1">
        <a:spcBef>
          <a:spcPct val="0"/>
        </a:spcBef>
        <a:buNone/>
        <a:defRPr sz="2772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47488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32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643469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5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039450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86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336436" indent="-148493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732417" indent="-148493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177895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573876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969857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365838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7D788D-0052-55D7-2F97-DDEDA52BC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0BA3DA09-7216-FC30-476A-FE3B0B7ED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22" name="Picture 21" descr="A group of people sitting at tables&#10;&#10;AI-generated content may be incorrect.">
            <a:extLst>
              <a:ext uri="{FF2B5EF4-FFF2-40B4-BE49-F238E27FC236}">
                <a16:creationId xmlns:a16="http://schemas.microsoft.com/office/drawing/2014/main" id="{2A92910F-0FD4-DF95-E486-C413B14DA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2121"/>
            <a:ext cx="7920038" cy="52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EA3E6-13C1-DD8B-2A5E-88F02B36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542884C-65FF-8698-420C-5A468049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E1A292C3-DB3A-7553-03D1-FF71246D2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4" name="Picture 3" descr="A group of people standing on a red carpet&#10;&#10;AI-generated content may be incorrect.">
            <a:extLst>
              <a:ext uri="{FF2B5EF4-FFF2-40B4-BE49-F238E27FC236}">
                <a16:creationId xmlns:a16="http://schemas.microsoft.com/office/drawing/2014/main" id="{09BD3AB7-DC1E-B6F7-D0D1-C68F43DE2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60477"/>
            <a:ext cx="7920038" cy="52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4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4DFBB-0908-24F2-7C31-68314CCB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7E21A1-3E2F-7031-2D15-C5A962DEB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1B1CE488-5528-E72D-87AB-00594DA32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A group of people sitting in a room&#10;&#10;AI-generated content may be incorrect.">
            <a:extLst>
              <a:ext uri="{FF2B5EF4-FFF2-40B4-BE49-F238E27FC236}">
                <a16:creationId xmlns:a16="http://schemas.microsoft.com/office/drawing/2014/main" id="{18C52A31-3096-6D0A-6257-8F38EB8EA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415608"/>
            <a:ext cx="7922821" cy="528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7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4BF1C-217D-CF69-06F9-885883B7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A9B3A2-4349-89A0-8700-CD2395764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FC193D6C-E0EF-075E-5258-99E178341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A person holding a microphone&#10;&#10;AI-generated content may be incorrect.">
            <a:extLst>
              <a:ext uri="{FF2B5EF4-FFF2-40B4-BE49-F238E27FC236}">
                <a16:creationId xmlns:a16="http://schemas.microsoft.com/office/drawing/2014/main" id="{4AFF4F57-9102-275B-46C8-46C20E6EB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418"/>
            <a:ext cx="7920038" cy="52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9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6C1DA-4746-B24D-1E25-BA30677C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E762DD0-0907-DCE2-12DE-CD06C51DD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B62BFF44-2B1E-5E95-CE10-418B7195F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Two men standing next to a table&#10;&#10;AI-generated content may be incorrect.">
            <a:extLst>
              <a:ext uri="{FF2B5EF4-FFF2-40B4-BE49-F238E27FC236}">
                <a16:creationId xmlns:a16="http://schemas.microsoft.com/office/drawing/2014/main" id="{1C60BA51-A1C3-D993-0F4C-0F2922471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133"/>
            <a:ext cx="7920038" cy="52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3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89A5A-2C75-12C8-559A-69AED78D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22F4BC-52D9-8B8F-FCE7-8CEFC43A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BD76EB27-921C-EBD5-04D8-0DFBF2EB3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EEA0A0-F544-68C9-4596-C54A71DFC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9562"/>
            <a:ext cx="7920038" cy="528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3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9C669-5EEE-AC0A-4739-9B6D6E89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A5CE6C3-313A-30EE-F4E6-E7291FE3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2BF56511-ACF9-39C0-C356-B9E97F8A9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A person holding a box with a child in front of him&#10;&#10;AI-generated content may be incorrect.">
            <a:extLst>
              <a:ext uri="{FF2B5EF4-FFF2-40B4-BE49-F238E27FC236}">
                <a16:creationId xmlns:a16="http://schemas.microsoft.com/office/drawing/2014/main" id="{96A84FEC-C209-E85C-CB44-448BFA052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436019"/>
            <a:ext cx="7920039" cy="528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9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A2C17-6467-EDD2-84BA-C71AEE3D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3CE405-E7B6-9891-98F0-1EB8137C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8F3A3BE5-0A3E-82B8-47AF-EFE6FBA56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AFAB29C2-5057-8719-01CC-00ACB4348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12341"/>
            <a:ext cx="7920038" cy="528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6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ECB47-5712-209C-A29C-C7A2C6CB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E7BF6FC-B414-5F5D-90AC-7F70FA438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CBA57815-4DA8-7F46-13D4-E03E8D111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4" name="Picture 3" descr="A person speaking into a microphone&#10;&#10;AI-generated content may be incorrect.">
            <a:extLst>
              <a:ext uri="{FF2B5EF4-FFF2-40B4-BE49-F238E27FC236}">
                <a16:creationId xmlns:a16="http://schemas.microsoft.com/office/drawing/2014/main" id="{F88135B5-E662-FA1A-064B-30CCC80D5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2248"/>
            <a:ext cx="7920038" cy="52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4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4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47646-494D-9B83-DCCE-0D57E8CF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9F1293-3E41-F814-B168-8E58CEAF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9" name="Picture 8" descr="A red white and blue sign&#10;&#10;AI-generated content may be incorrect.">
            <a:extLst>
              <a:ext uri="{FF2B5EF4-FFF2-40B4-BE49-F238E27FC236}">
                <a16:creationId xmlns:a16="http://schemas.microsoft.com/office/drawing/2014/main" id="{2E1B2C28-04B4-8219-FEE1-722724B93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  <p:pic>
        <p:nvPicPr>
          <p:cNvPr id="3" name="Picture 2" descr="Two men standing outside smiling&#10;&#10;AI-generated content may be incorrect.">
            <a:extLst>
              <a:ext uri="{FF2B5EF4-FFF2-40B4-BE49-F238E27FC236}">
                <a16:creationId xmlns:a16="http://schemas.microsoft.com/office/drawing/2014/main" id="{7F176FDB-DEF7-CFE3-43E8-75C80BBCF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653" y="2307771"/>
            <a:ext cx="3657604" cy="549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2688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Somlak Kitiwattanabumrung</dc:creator>
  <cp:lastModifiedBy>Somlak Kitiwattanabumrung</cp:lastModifiedBy>
  <cp:revision>2</cp:revision>
  <dcterms:created xsi:type="dcterms:W3CDTF">2025-02-10T09:42:15Z</dcterms:created>
  <dcterms:modified xsi:type="dcterms:W3CDTF">2025-02-10T10:17:11Z</dcterms:modified>
</cp:coreProperties>
</file>