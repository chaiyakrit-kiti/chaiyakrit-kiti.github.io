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5" r:id="rId2"/>
    <p:sldId id="266" r:id="rId3"/>
    <p:sldId id="267" r:id="rId4"/>
  </p:sldIdLst>
  <p:sldSz cx="7920038" cy="7920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348D"/>
    <a:srgbClr val="2135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8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3754685" y="1351108"/>
            <a:ext cx="4170350" cy="5767148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003" y="616004"/>
            <a:ext cx="5330879" cy="3608018"/>
          </a:xfrm>
        </p:spPr>
        <p:txBody>
          <a:bodyPr anchor="b">
            <a:normAutofit/>
          </a:bodyPr>
          <a:lstStyle>
            <a:lvl1pPr algn="l">
              <a:defRPr sz="381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002" y="4439134"/>
            <a:ext cx="4291103" cy="2209788"/>
          </a:xfrm>
        </p:spPr>
        <p:txBody>
          <a:bodyPr anchor="t">
            <a:normAutofit/>
          </a:bodyPr>
          <a:lstStyle>
            <a:lvl1pPr marL="0" indent="0" algn="l">
              <a:buNone/>
              <a:defRPr sz="1732">
                <a:solidFill>
                  <a:schemeClr val="bg2">
                    <a:lumMod val="75000"/>
                  </a:schemeClr>
                </a:solidFill>
              </a:defRPr>
            </a:lvl1pPr>
            <a:lvl2pPr marL="395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91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8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83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799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7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718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678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25055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3" y="5192025"/>
            <a:ext cx="5677471" cy="17600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003" y="616003"/>
            <a:ext cx="5677471" cy="435113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21287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2" y="2288011"/>
            <a:ext cx="5545471" cy="2679124"/>
          </a:xfrm>
        </p:spPr>
        <p:txBody>
          <a:bodyPr anchor="b">
            <a:normAutofit/>
          </a:bodyPr>
          <a:lstStyle>
            <a:lvl1pPr algn="l">
              <a:defRPr sz="2772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03" y="5182247"/>
            <a:ext cx="5545470" cy="1769787"/>
          </a:xfrm>
        </p:spPr>
        <p:txBody>
          <a:bodyPr anchor="t">
            <a:normAutofit/>
          </a:bodyPr>
          <a:lstStyle>
            <a:lvl1pPr marL="0" indent="0" algn="l">
              <a:buNone/>
              <a:defRPr sz="1559">
                <a:solidFill>
                  <a:schemeClr val="bg2">
                    <a:lumMod val="75000"/>
                  </a:schemeClr>
                </a:solidFill>
              </a:defRPr>
            </a:lvl1pPr>
            <a:lvl2pPr marL="395981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2pPr>
            <a:lvl3pPr marL="791962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3pPr>
            <a:lvl4pPr marL="1187943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4pPr>
            <a:lvl5pPr marL="1583924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5pPr>
            <a:lvl6pPr marL="1979905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6pPr>
            <a:lvl7pPr marL="237588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7pPr>
            <a:lvl8pPr marL="277186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8pPr>
            <a:lvl9pPr marL="3167847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82014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3" y="5192025"/>
            <a:ext cx="5677471" cy="1760008"/>
          </a:xfrm>
        </p:spPr>
        <p:txBody>
          <a:bodyPr>
            <a:normAutofit/>
          </a:bodyPr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462002" y="616004"/>
            <a:ext cx="3421248" cy="435113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038286" y="616003"/>
            <a:ext cx="3419750" cy="4341354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47223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3" y="5192025"/>
            <a:ext cx="5677471" cy="1760008"/>
          </a:xfrm>
        </p:spPr>
        <p:txBody>
          <a:bodyPr>
            <a:normAutofit/>
          </a:bodyPr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04" y="616003"/>
            <a:ext cx="3219348" cy="704003"/>
          </a:xfrm>
        </p:spPr>
        <p:txBody>
          <a:bodyPr anchor="b">
            <a:noAutofit/>
          </a:bodyPr>
          <a:lstStyle>
            <a:lvl1pPr marL="0" indent="0">
              <a:buNone/>
              <a:defRPr sz="2079" b="0" cap="all">
                <a:solidFill>
                  <a:schemeClr val="tx1"/>
                </a:solidFill>
              </a:defRPr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002" y="1320007"/>
            <a:ext cx="3417350" cy="364712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05153" y="654504"/>
            <a:ext cx="3260217" cy="665503"/>
          </a:xfrm>
        </p:spPr>
        <p:txBody>
          <a:bodyPr anchor="b">
            <a:noAutofit/>
          </a:bodyPr>
          <a:lstStyle>
            <a:lvl1pPr marL="0" indent="0">
              <a:buNone/>
              <a:defRPr sz="2079" b="0" cap="all">
                <a:solidFill>
                  <a:schemeClr val="tx1"/>
                </a:solidFill>
              </a:defRPr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38286" y="1320006"/>
            <a:ext cx="3427084" cy="36373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98755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3" y="5192025"/>
            <a:ext cx="5677471" cy="1760008"/>
          </a:xfrm>
        </p:spPr>
        <p:txBody>
          <a:bodyPr>
            <a:normAutofit/>
          </a:bodyPr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8702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837744-E691-692D-DC98-D2CB2A8FEE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22463"/>
            <a:ext cx="2434359" cy="543594"/>
          </a:xfrm>
          <a:prstGeom prst="rect">
            <a:avLst/>
          </a:prstGeom>
        </p:spPr>
      </p:pic>
      <p:pic>
        <p:nvPicPr>
          <p:cNvPr id="6" name="Picture 5" descr="A red white and blue sign&#10;&#10;AI-generated content may be incorrect.">
            <a:extLst>
              <a:ext uri="{FF2B5EF4-FFF2-40B4-BE49-F238E27FC236}">
                <a16:creationId xmlns:a16="http://schemas.microsoft.com/office/drawing/2014/main" id="{B435423D-514A-BF45-159B-17AB83D227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4096" y="-165009"/>
            <a:ext cx="8228229" cy="318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71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3356" y="616003"/>
            <a:ext cx="2772013" cy="1760008"/>
          </a:xfrm>
        </p:spPr>
        <p:txBody>
          <a:bodyPr anchor="b">
            <a:normAutofit/>
          </a:bodyPr>
          <a:lstStyle>
            <a:lvl1pPr algn="l">
              <a:defRPr sz="1732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002" y="616003"/>
            <a:ext cx="3844609" cy="633603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93356" y="2552015"/>
            <a:ext cx="2772013" cy="2415123"/>
          </a:xfrm>
        </p:spPr>
        <p:txBody>
          <a:bodyPr anchor="t">
            <a:normAutofit/>
          </a:bodyPr>
          <a:lstStyle>
            <a:lvl1pPr marL="0" indent="0">
              <a:buNone/>
              <a:defRPr sz="1386"/>
            </a:lvl1pPr>
            <a:lvl2pPr marL="395981" indent="0">
              <a:buNone/>
              <a:defRPr sz="1039"/>
            </a:lvl2pPr>
            <a:lvl3pPr marL="791962" indent="0">
              <a:buNone/>
              <a:defRPr sz="866"/>
            </a:lvl3pPr>
            <a:lvl4pPr marL="1187943" indent="0">
              <a:buNone/>
              <a:defRPr sz="779"/>
            </a:lvl4pPr>
            <a:lvl5pPr marL="1583924" indent="0">
              <a:buNone/>
              <a:defRPr sz="779"/>
            </a:lvl5pPr>
            <a:lvl6pPr marL="1979905" indent="0">
              <a:buNone/>
              <a:defRPr sz="779"/>
            </a:lvl6pPr>
            <a:lvl7pPr marL="2375886" indent="0">
              <a:buNone/>
              <a:defRPr sz="779"/>
            </a:lvl7pPr>
            <a:lvl8pPr marL="2771866" indent="0">
              <a:buNone/>
              <a:defRPr sz="779"/>
            </a:lvl8pPr>
            <a:lvl9pPr marL="3167847" indent="0">
              <a:buNone/>
              <a:defRPr sz="77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3630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4019" y="1672008"/>
            <a:ext cx="3086301" cy="1320006"/>
          </a:xfrm>
        </p:spPr>
        <p:txBody>
          <a:bodyPr anchor="b">
            <a:normAutofit/>
          </a:bodyPr>
          <a:lstStyle>
            <a:lvl1pPr algn="l">
              <a:defRPr sz="207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60003" y="1056005"/>
            <a:ext cx="2841802" cy="5544027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86"/>
            </a:lvl1pPr>
            <a:lvl2pPr marL="395981" indent="0">
              <a:buNone/>
              <a:defRPr sz="1386"/>
            </a:lvl2pPr>
            <a:lvl3pPr marL="791962" indent="0">
              <a:buNone/>
              <a:defRPr sz="1386"/>
            </a:lvl3pPr>
            <a:lvl4pPr marL="1187943" indent="0">
              <a:buNone/>
              <a:defRPr sz="1386"/>
            </a:lvl4pPr>
            <a:lvl5pPr marL="1583924" indent="0">
              <a:buNone/>
              <a:defRPr sz="1386"/>
            </a:lvl5pPr>
            <a:lvl6pPr marL="1979905" indent="0">
              <a:buNone/>
              <a:defRPr sz="1386"/>
            </a:lvl6pPr>
            <a:lvl7pPr marL="2375886" indent="0">
              <a:buNone/>
              <a:defRPr sz="1386"/>
            </a:lvl7pPr>
            <a:lvl8pPr marL="2771866" indent="0">
              <a:buNone/>
              <a:defRPr sz="1386"/>
            </a:lvl8pPr>
            <a:lvl9pPr marL="3167847" indent="0">
              <a:buNone/>
              <a:defRPr sz="138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94216" y="3168015"/>
            <a:ext cx="3087137" cy="2405345"/>
          </a:xfrm>
        </p:spPr>
        <p:txBody>
          <a:bodyPr anchor="t">
            <a:normAutofit/>
          </a:bodyPr>
          <a:lstStyle>
            <a:lvl1pPr marL="0" indent="0">
              <a:buNone/>
              <a:defRPr sz="1559"/>
            </a:lvl1pPr>
            <a:lvl2pPr marL="395981" indent="0">
              <a:buNone/>
              <a:defRPr sz="1039"/>
            </a:lvl2pPr>
            <a:lvl3pPr marL="791962" indent="0">
              <a:buNone/>
              <a:defRPr sz="866"/>
            </a:lvl3pPr>
            <a:lvl4pPr marL="1187943" indent="0">
              <a:buNone/>
              <a:defRPr sz="779"/>
            </a:lvl4pPr>
            <a:lvl5pPr marL="1583924" indent="0">
              <a:buNone/>
              <a:defRPr sz="779"/>
            </a:lvl5pPr>
            <a:lvl6pPr marL="1979905" indent="0">
              <a:buNone/>
              <a:defRPr sz="779"/>
            </a:lvl6pPr>
            <a:lvl7pPr marL="2375886" indent="0">
              <a:buNone/>
              <a:defRPr sz="779"/>
            </a:lvl7pPr>
            <a:lvl8pPr marL="2771866" indent="0">
              <a:buNone/>
              <a:defRPr sz="779"/>
            </a:lvl8pPr>
            <a:lvl9pPr marL="3167847" indent="0">
              <a:buNone/>
              <a:defRPr sz="77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2002" y="7128035"/>
            <a:ext cx="5033801" cy="421669"/>
          </a:xfrm>
        </p:spPr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6374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3" y="5192025"/>
            <a:ext cx="5677471" cy="17600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462002" y="616003"/>
            <a:ext cx="6996034" cy="3608017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86"/>
            </a:lvl1pPr>
            <a:lvl2pPr marL="395981" indent="0">
              <a:buNone/>
              <a:defRPr sz="1386"/>
            </a:lvl2pPr>
            <a:lvl3pPr marL="791962" indent="0">
              <a:buNone/>
              <a:defRPr sz="1386"/>
            </a:lvl3pPr>
            <a:lvl4pPr marL="1187943" indent="0">
              <a:buNone/>
              <a:defRPr sz="1386"/>
            </a:lvl4pPr>
            <a:lvl5pPr marL="1583924" indent="0">
              <a:buNone/>
              <a:defRPr sz="1386"/>
            </a:lvl5pPr>
            <a:lvl6pPr marL="1979905" indent="0">
              <a:buNone/>
              <a:defRPr sz="1386"/>
            </a:lvl6pPr>
            <a:lvl7pPr marL="2375886" indent="0">
              <a:buNone/>
              <a:defRPr sz="1386"/>
            </a:lvl7pPr>
            <a:lvl8pPr marL="2771866" indent="0">
              <a:buNone/>
              <a:defRPr sz="1386"/>
            </a:lvl8pPr>
            <a:lvl9pPr marL="3167847" indent="0">
              <a:buNone/>
              <a:defRPr sz="138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60005" y="4439133"/>
            <a:ext cx="6306696" cy="528003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386"/>
            </a:lvl1pPr>
            <a:lvl2pPr marL="395981" indent="0">
              <a:buFontTx/>
              <a:buNone/>
              <a:defRPr/>
            </a:lvl2pPr>
            <a:lvl3pPr marL="791962" indent="0">
              <a:buFontTx/>
              <a:buNone/>
              <a:defRPr/>
            </a:lvl3pPr>
            <a:lvl4pPr marL="1187943" indent="0">
              <a:buFontTx/>
              <a:buNone/>
              <a:defRPr/>
            </a:lvl4pPr>
            <a:lvl5pPr marL="158392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48857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2" y="616003"/>
            <a:ext cx="6996034" cy="3344016"/>
          </a:xfrm>
        </p:spPr>
        <p:txBody>
          <a:bodyPr anchor="ctr">
            <a:normAutofit/>
          </a:bodyPr>
          <a:lstStyle>
            <a:lvl1pPr algn="l">
              <a:defRPr sz="2425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02" y="4752023"/>
            <a:ext cx="5529087" cy="2200011"/>
          </a:xfrm>
        </p:spPr>
        <p:txBody>
          <a:bodyPr anchor="ctr">
            <a:normAutofit/>
          </a:bodyPr>
          <a:lstStyle>
            <a:lvl1pPr marL="0" indent="0" algn="l">
              <a:buNone/>
              <a:defRPr sz="1559">
                <a:solidFill>
                  <a:schemeClr val="bg2">
                    <a:lumMod val="75000"/>
                  </a:schemeClr>
                </a:solidFill>
              </a:defRPr>
            </a:lvl1pPr>
            <a:lvl2pPr marL="395981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2pPr>
            <a:lvl3pPr marL="791962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3pPr>
            <a:lvl4pPr marL="1187943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4pPr>
            <a:lvl5pPr marL="1583924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5pPr>
            <a:lvl6pPr marL="1979905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6pPr>
            <a:lvl7pPr marL="237588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7pPr>
            <a:lvl8pPr marL="277186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8pPr>
            <a:lvl9pPr marL="3167847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41103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67" y="616003"/>
            <a:ext cx="5941576" cy="3344016"/>
          </a:xfrm>
        </p:spPr>
        <p:txBody>
          <a:bodyPr anchor="ctr">
            <a:normAutofit/>
          </a:bodyPr>
          <a:lstStyle>
            <a:lvl1pPr algn="l">
              <a:defRPr sz="2425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24005" y="3960019"/>
            <a:ext cx="5545470" cy="557336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95981" indent="0">
              <a:buFontTx/>
              <a:buNone/>
              <a:defRPr/>
            </a:lvl2pPr>
            <a:lvl3pPr marL="791962" indent="0">
              <a:buFontTx/>
              <a:buNone/>
              <a:defRPr/>
            </a:lvl3pPr>
            <a:lvl4pPr marL="1187943" indent="0">
              <a:buFontTx/>
              <a:buNone/>
              <a:defRPr/>
            </a:lvl4pPr>
            <a:lvl5pPr marL="158392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03" y="4967139"/>
            <a:ext cx="5528056" cy="1984895"/>
          </a:xfrm>
        </p:spPr>
        <p:txBody>
          <a:bodyPr anchor="ctr">
            <a:normAutofit/>
          </a:bodyPr>
          <a:lstStyle>
            <a:lvl1pPr marL="0" indent="0" algn="l">
              <a:buNone/>
              <a:defRPr sz="1732">
                <a:solidFill>
                  <a:schemeClr val="bg2">
                    <a:lumMod val="75000"/>
                  </a:schemeClr>
                </a:solidFill>
              </a:defRPr>
            </a:lvl1pPr>
            <a:lvl2pPr marL="395981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2pPr>
            <a:lvl3pPr marL="791962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3pPr>
            <a:lvl4pPr marL="1187943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4pPr>
            <a:lvl5pPr marL="1583924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5pPr>
            <a:lvl6pPr marL="1979905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6pPr>
            <a:lvl7pPr marL="237588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7pPr>
            <a:lvl8pPr marL="277186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8pPr>
            <a:lvl9pPr marL="3167847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  <p:sp>
        <p:nvSpPr>
          <p:cNvPr id="14" name="TextBox 13"/>
          <p:cNvSpPr txBox="1"/>
          <p:nvPr/>
        </p:nvSpPr>
        <p:spPr>
          <a:xfrm>
            <a:off x="198001" y="820672"/>
            <a:ext cx="396105" cy="675335"/>
          </a:xfrm>
          <a:prstGeom prst="rect">
            <a:avLst/>
          </a:prstGeom>
        </p:spPr>
        <p:txBody>
          <a:bodyPr vert="horz" lIns="79200" tIns="39600" rIns="79200" bIns="39600" rtlCol="0" anchor="ctr">
            <a:noAutofit/>
          </a:bodyPr>
          <a:lstStyle/>
          <a:p>
            <a:pPr lvl="0"/>
            <a:r>
              <a:rPr lang="en-US" sz="6929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6032" y="3197350"/>
            <a:ext cx="396105" cy="675335"/>
          </a:xfrm>
          <a:prstGeom prst="rect">
            <a:avLst/>
          </a:prstGeom>
        </p:spPr>
        <p:txBody>
          <a:bodyPr vert="horz" lIns="79200" tIns="39600" rIns="79200" bIns="39600" rtlCol="0" anchor="ctr">
            <a:noAutofit/>
          </a:bodyPr>
          <a:lstStyle/>
          <a:p>
            <a:pPr lvl="0" algn="r"/>
            <a:r>
              <a:rPr lang="en-US" sz="6929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5526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3" y="3960019"/>
            <a:ext cx="5528056" cy="1960261"/>
          </a:xfrm>
        </p:spPr>
        <p:txBody>
          <a:bodyPr anchor="b">
            <a:normAutofit/>
          </a:bodyPr>
          <a:lstStyle>
            <a:lvl1pPr algn="l">
              <a:defRPr sz="2425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02" y="5927880"/>
            <a:ext cx="5529087" cy="1024153"/>
          </a:xfrm>
        </p:spPr>
        <p:txBody>
          <a:bodyPr anchor="t">
            <a:normAutofit/>
          </a:bodyPr>
          <a:lstStyle>
            <a:lvl1pPr marL="0" indent="0" algn="l">
              <a:buNone/>
              <a:defRPr sz="1559">
                <a:solidFill>
                  <a:schemeClr val="bg2">
                    <a:lumMod val="75000"/>
                  </a:schemeClr>
                </a:solidFill>
              </a:defRPr>
            </a:lvl1pPr>
            <a:lvl2pPr marL="395981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2pPr>
            <a:lvl3pPr marL="791962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3pPr>
            <a:lvl4pPr marL="1187943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4pPr>
            <a:lvl5pPr marL="1583924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5pPr>
            <a:lvl6pPr marL="1979905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6pPr>
            <a:lvl7pPr marL="237588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7pPr>
            <a:lvl8pPr marL="277186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8pPr>
            <a:lvl9pPr marL="3167847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64468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67" y="616003"/>
            <a:ext cx="5941575" cy="3344016"/>
          </a:xfrm>
        </p:spPr>
        <p:txBody>
          <a:bodyPr anchor="ctr">
            <a:normAutofit/>
          </a:bodyPr>
          <a:lstStyle>
            <a:lvl1pPr algn="l">
              <a:defRPr sz="2425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2003" y="4488022"/>
            <a:ext cx="5528056" cy="12124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732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02" y="5720027"/>
            <a:ext cx="5528055" cy="1232006"/>
          </a:xfrm>
        </p:spPr>
        <p:txBody>
          <a:bodyPr anchor="t">
            <a:normAutofit/>
          </a:bodyPr>
          <a:lstStyle>
            <a:lvl1pPr marL="0" indent="0" algn="l">
              <a:buNone/>
              <a:defRPr sz="1559">
                <a:solidFill>
                  <a:schemeClr val="bg2">
                    <a:lumMod val="75000"/>
                  </a:schemeClr>
                </a:solidFill>
              </a:defRPr>
            </a:lvl1pPr>
            <a:lvl2pPr marL="395981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2pPr>
            <a:lvl3pPr marL="791962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3pPr>
            <a:lvl4pPr marL="1187943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4pPr>
            <a:lvl5pPr marL="1583924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5pPr>
            <a:lvl6pPr marL="1979905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6pPr>
            <a:lvl7pPr marL="237588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7pPr>
            <a:lvl8pPr marL="277186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8pPr>
            <a:lvl9pPr marL="3167847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  <p:sp>
        <p:nvSpPr>
          <p:cNvPr id="14" name="TextBox 13"/>
          <p:cNvSpPr txBox="1"/>
          <p:nvPr/>
        </p:nvSpPr>
        <p:spPr>
          <a:xfrm>
            <a:off x="198001" y="820672"/>
            <a:ext cx="396105" cy="675335"/>
          </a:xfrm>
          <a:prstGeom prst="rect">
            <a:avLst/>
          </a:prstGeom>
        </p:spPr>
        <p:txBody>
          <a:bodyPr vert="horz" lIns="79200" tIns="39600" rIns="79200" bIns="39600" rtlCol="0" anchor="ctr">
            <a:noAutofit/>
          </a:bodyPr>
          <a:lstStyle/>
          <a:p>
            <a:pPr lvl="0"/>
            <a:r>
              <a:rPr lang="en-US" sz="6929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6032" y="3197350"/>
            <a:ext cx="396105" cy="675335"/>
          </a:xfrm>
          <a:prstGeom prst="rect">
            <a:avLst/>
          </a:prstGeom>
        </p:spPr>
        <p:txBody>
          <a:bodyPr vert="horz" lIns="79200" tIns="39600" rIns="79200" bIns="39600" rtlCol="0" anchor="ctr">
            <a:noAutofit/>
          </a:bodyPr>
          <a:lstStyle/>
          <a:p>
            <a:pPr lvl="0" algn="r"/>
            <a:r>
              <a:rPr lang="en-US" sz="6929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7007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2" y="616003"/>
            <a:ext cx="6518318" cy="334401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425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2003" y="4536911"/>
            <a:ext cx="5528056" cy="96800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732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02" y="5504918"/>
            <a:ext cx="5528055" cy="1447116"/>
          </a:xfrm>
        </p:spPr>
        <p:txBody>
          <a:bodyPr anchor="t">
            <a:normAutofit/>
          </a:bodyPr>
          <a:lstStyle>
            <a:lvl1pPr marL="0" indent="0" algn="l">
              <a:buNone/>
              <a:defRPr sz="1559">
                <a:solidFill>
                  <a:schemeClr val="bg2">
                    <a:lumMod val="75000"/>
                  </a:schemeClr>
                </a:solidFill>
              </a:defRPr>
            </a:lvl1pPr>
            <a:lvl2pPr marL="395981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2pPr>
            <a:lvl3pPr marL="791962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3pPr>
            <a:lvl4pPr marL="1187943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4pPr>
            <a:lvl5pPr marL="1583924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5pPr>
            <a:lvl6pPr marL="1979905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6pPr>
            <a:lvl7pPr marL="237588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7pPr>
            <a:lvl8pPr marL="2771866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8pPr>
            <a:lvl9pPr marL="3167847" indent="0">
              <a:buNone/>
              <a:defRPr sz="121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45407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003" y="5192025"/>
            <a:ext cx="5677471" cy="1760008"/>
          </a:xfrm>
        </p:spPr>
        <p:txBody>
          <a:bodyPr>
            <a:normAutofit/>
          </a:bodyPr>
          <a:lstStyle>
            <a:lvl1pPr algn="l">
              <a:defRPr sz="24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2003" y="616004"/>
            <a:ext cx="5677471" cy="435113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599054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87466" y="616003"/>
            <a:ext cx="1770570" cy="5104024"/>
          </a:xfrm>
        </p:spPr>
        <p:txBody>
          <a:bodyPr vert="eaVert">
            <a:normAutofit/>
          </a:bodyPr>
          <a:lstStyle>
            <a:lvl1pPr>
              <a:defRPr sz="24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2002" y="616003"/>
            <a:ext cx="5066964" cy="633603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9459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5777778" y="4497800"/>
            <a:ext cx="2139775" cy="3070237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2003" y="5192025"/>
            <a:ext cx="5677471" cy="176000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003" y="616004"/>
            <a:ext cx="5677471" cy="4351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5677" y="7128038"/>
            <a:ext cx="1039776" cy="42166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66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DB35E2F-6EE1-4663-A466-9772517E7E4F}" type="datetimeFigureOut">
              <a:rPr lang="th-TH" smtClean="0"/>
              <a:t>10/02/68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2002" y="7128035"/>
            <a:ext cx="5033801" cy="42166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66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3788" y="6442368"/>
            <a:ext cx="742206" cy="7736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25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8F56C2A-B7BE-4C9C-AF84-2174E56E8903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019302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395981" rtl="0" eaLnBrk="1" latinLnBrk="0" hangingPunct="1">
        <a:spcBef>
          <a:spcPct val="0"/>
        </a:spcBef>
        <a:buNone/>
        <a:defRPr sz="2772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47488" indent="-247488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732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643469" indent="-247488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59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039450" indent="-247488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86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336436" indent="-148493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732417" indent="-148493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177895" indent="-197990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573876" indent="-197990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969857" indent="-197990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365838" indent="-197990" algn="l" defTabSz="395981" rtl="0" eaLnBrk="1" latinLnBrk="0" hangingPunct="1">
        <a:spcBef>
          <a:spcPct val="20000"/>
        </a:spcBef>
        <a:spcAft>
          <a:spcPts val="52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1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81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962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943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924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905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886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866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847" algn="l" defTabSz="395981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rtoon characters in a graveyard&#10;&#10;AI-generated content may be incorrect.">
            <a:extLst>
              <a:ext uri="{FF2B5EF4-FFF2-40B4-BE49-F238E27FC236}">
                <a16:creationId xmlns:a16="http://schemas.microsoft.com/office/drawing/2014/main" id="{26C50567-34F3-BDEE-F5EF-B9FFE3E29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20037" cy="2367579"/>
          </a:xfrm>
          <a:prstGeom prst="rect">
            <a:avLst/>
          </a:prstGeom>
        </p:spPr>
      </p:pic>
      <p:pic>
        <p:nvPicPr>
          <p:cNvPr id="7" name="Picture 6" descr="A group of people sitting in a circle&#10;&#10;AI-generated content may be incorrect.">
            <a:extLst>
              <a:ext uri="{FF2B5EF4-FFF2-40B4-BE49-F238E27FC236}">
                <a16:creationId xmlns:a16="http://schemas.microsoft.com/office/drawing/2014/main" id="{6E65025C-51E1-5F38-D7D5-57DEAF2F8B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61" b="12722"/>
          <a:stretch/>
        </p:blipFill>
        <p:spPr>
          <a:xfrm>
            <a:off x="-1" y="2478999"/>
            <a:ext cx="7920038" cy="52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972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0C70C-79C8-892F-0434-514EEFAD5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rtoon characters in a graveyard&#10;&#10;AI-generated content may be incorrect.">
            <a:extLst>
              <a:ext uri="{FF2B5EF4-FFF2-40B4-BE49-F238E27FC236}">
                <a16:creationId xmlns:a16="http://schemas.microsoft.com/office/drawing/2014/main" id="{C3CE0D40-2605-B8D7-2D2B-12D875BEC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20037" cy="2367579"/>
          </a:xfrm>
          <a:prstGeom prst="rect">
            <a:avLst/>
          </a:prstGeom>
        </p:spPr>
      </p:pic>
      <p:pic>
        <p:nvPicPr>
          <p:cNvPr id="3" name="Picture 2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F914AE14-5FDF-065D-B14E-105474D05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17" b="12860"/>
          <a:stretch/>
        </p:blipFill>
        <p:spPr>
          <a:xfrm>
            <a:off x="0" y="2460170"/>
            <a:ext cx="7920038" cy="526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17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5A46B-352F-8C86-FE19-FA47FF876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rtoon characters in a graveyard&#10;&#10;AI-generated content may be incorrect.">
            <a:extLst>
              <a:ext uri="{FF2B5EF4-FFF2-40B4-BE49-F238E27FC236}">
                <a16:creationId xmlns:a16="http://schemas.microsoft.com/office/drawing/2014/main" id="{87C78544-CDCD-BCF7-4BC6-F4A0EC3B0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920037" cy="2367579"/>
          </a:xfrm>
          <a:prstGeom prst="rect">
            <a:avLst/>
          </a:prstGeom>
        </p:spPr>
      </p:pic>
      <p:pic>
        <p:nvPicPr>
          <p:cNvPr id="3" name="Picture 2" descr="A group of people standing in front of a projector screen&#10;&#10;AI-generated content may be incorrect.">
            <a:extLst>
              <a:ext uri="{FF2B5EF4-FFF2-40B4-BE49-F238E27FC236}">
                <a16:creationId xmlns:a16="http://schemas.microsoft.com/office/drawing/2014/main" id="{0CE0FC0A-D5A1-23FB-7928-C301FEDD42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28" b="12585"/>
          <a:stretch/>
        </p:blipFill>
        <p:spPr>
          <a:xfrm>
            <a:off x="0" y="2536371"/>
            <a:ext cx="7920038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25469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25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Century Gothic</vt:lpstr>
      <vt:lpstr>Wingdings 3</vt:lpstr>
      <vt:lpstr>Slice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Somlak Kitiwattanabumrung</dc:creator>
  <cp:lastModifiedBy>Somlak Kitiwattanabumrung</cp:lastModifiedBy>
  <cp:revision>2</cp:revision>
  <dcterms:created xsi:type="dcterms:W3CDTF">2025-02-10T09:42:15Z</dcterms:created>
  <dcterms:modified xsi:type="dcterms:W3CDTF">2025-02-10T10:23:21Z</dcterms:modified>
</cp:coreProperties>
</file>